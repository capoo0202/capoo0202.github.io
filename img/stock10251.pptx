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83" r:id="rId2"/>
    <p:sldId id="285" r:id="rId3"/>
    <p:sldId id="287" r:id="rId4"/>
    <p:sldId id="289" r:id="rId5"/>
    <p:sldId id="291" r:id="rId6"/>
    <p:sldId id="293" r:id="rId7"/>
    <p:sldId id="295" r:id="rId8"/>
    <p:sldId id="297" r:id="rId9"/>
    <p:sldId id="299" r:id="rId10"/>
    <p:sldId id="301" r:id="rId11"/>
    <p:sldId id="278" r:id="rId12"/>
  </p:sldIdLst>
  <p:sldSz cx="2697163" cy="3286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C783"/>
    <a:srgbClr val="D0D28E"/>
    <a:srgbClr val="868B53"/>
    <a:srgbClr val="B6B84D"/>
    <a:srgbClr val="E07E57"/>
    <a:srgbClr val="676A3B"/>
    <a:srgbClr val="586E58"/>
    <a:srgbClr val="66FFFF"/>
    <a:srgbClr val="FFD757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57" autoAdjust="0"/>
    <p:restoredTop sz="94660"/>
  </p:normalViewPr>
  <p:slideViewPr>
    <p:cSldViewPr snapToGrid="0">
      <p:cViewPr varScale="1">
        <p:scale>
          <a:sx n="231" d="100"/>
          <a:sy n="231" d="100"/>
        </p:scale>
        <p:origin x="31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278655" y="560592"/>
            <a:ext cx="1420209" cy="2392863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335" y="255588"/>
            <a:ext cx="1815427" cy="1497013"/>
          </a:xfrm>
        </p:spPr>
        <p:txBody>
          <a:bodyPr anchor="b">
            <a:normAutofit/>
          </a:bodyPr>
          <a:lstStyle>
            <a:lvl1pPr algn="l">
              <a:defRPr sz="1298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335" y="1841853"/>
            <a:ext cx="1461332" cy="916869"/>
          </a:xfrm>
        </p:spPr>
        <p:txBody>
          <a:bodyPr anchor="t">
            <a:normAutofit/>
          </a:bodyPr>
          <a:lstStyle>
            <a:lvl1pPr marL="0" indent="0" algn="l">
              <a:buNone/>
              <a:defRPr sz="590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69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04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39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74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09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441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0789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96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34" y="255587"/>
            <a:ext cx="1933459" cy="1805342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00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5" y="949325"/>
            <a:ext cx="1888506" cy="1111603"/>
          </a:xfrm>
        </p:spPr>
        <p:txBody>
          <a:bodyPr anchor="b">
            <a:normAutofit/>
          </a:bodyPr>
          <a:lstStyle>
            <a:lvl1pPr algn="l">
              <a:defRPr sz="944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5" y="2150181"/>
            <a:ext cx="1888506" cy="734307"/>
          </a:xfrm>
        </p:spPr>
        <p:txBody>
          <a:bodyPr anchor="t">
            <a:normAutofit/>
          </a:bodyPr>
          <a:lstStyle>
            <a:lvl1pPr marL="0" indent="0" algn="l">
              <a:buNone/>
              <a:defRPr sz="531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6974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40462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4pPr>
            <a:lvl5pPr marL="539496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5pPr>
            <a:lvl6pPr marL="674370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6pPr>
            <a:lvl7pPr marL="809244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7pPr>
            <a:lvl8pPr marL="944118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8pPr>
            <a:lvl9pPr marL="107899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2902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</p:spPr>
        <p:txBody>
          <a:bodyPr>
            <a:normAutofit/>
          </a:bodyPr>
          <a:lstStyle>
            <a:lvl1pPr>
              <a:defRPr sz="94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157335" y="255588"/>
            <a:ext cx="1165103" cy="180534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1375235" y="255588"/>
            <a:ext cx="1164593" cy="180128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6025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</p:spPr>
        <p:txBody>
          <a:bodyPr>
            <a:normAutofit/>
          </a:bodyPr>
          <a:lstStyle>
            <a:lvl1pPr>
              <a:defRPr sz="94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764" y="255588"/>
            <a:ext cx="1096347" cy="292100"/>
          </a:xfrm>
        </p:spPr>
        <p:txBody>
          <a:bodyPr anchor="b">
            <a:noAutofit/>
          </a:bodyPr>
          <a:lstStyle>
            <a:lvl1pPr marL="0" indent="0">
              <a:buNone/>
              <a:defRPr sz="708" b="0" cap="all">
                <a:solidFill>
                  <a:schemeClr val="tx1"/>
                </a:solidFill>
              </a:defRPr>
            </a:lvl1pPr>
            <a:lvl2pPr marL="134874" indent="0">
              <a:buNone/>
              <a:defRPr sz="590" b="1"/>
            </a:lvl2pPr>
            <a:lvl3pPr marL="269748" indent="0">
              <a:buNone/>
              <a:defRPr sz="531" b="1"/>
            </a:lvl3pPr>
            <a:lvl4pPr marL="404622" indent="0">
              <a:buNone/>
              <a:defRPr sz="472" b="1"/>
            </a:lvl4pPr>
            <a:lvl5pPr marL="539496" indent="0">
              <a:buNone/>
              <a:defRPr sz="472" b="1"/>
            </a:lvl5pPr>
            <a:lvl6pPr marL="674370" indent="0">
              <a:buNone/>
              <a:defRPr sz="472" b="1"/>
            </a:lvl6pPr>
            <a:lvl7pPr marL="809244" indent="0">
              <a:buNone/>
              <a:defRPr sz="472" b="1"/>
            </a:lvl7pPr>
            <a:lvl8pPr marL="944118" indent="0">
              <a:buNone/>
              <a:defRPr sz="472" b="1"/>
            </a:lvl8pPr>
            <a:lvl9pPr marL="1078992" indent="0">
              <a:buNone/>
              <a:defRPr sz="47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334" y="547688"/>
            <a:ext cx="1163776" cy="151324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32061" y="271562"/>
            <a:ext cx="1110265" cy="276126"/>
          </a:xfrm>
        </p:spPr>
        <p:txBody>
          <a:bodyPr anchor="b">
            <a:noAutofit/>
          </a:bodyPr>
          <a:lstStyle>
            <a:lvl1pPr marL="0" indent="0">
              <a:buNone/>
              <a:defRPr sz="708" b="0" cap="all">
                <a:solidFill>
                  <a:schemeClr val="tx1"/>
                </a:solidFill>
              </a:defRPr>
            </a:lvl1pPr>
            <a:lvl2pPr marL="134874" indent="0">
              <a:buNone/>
              <a:defRPr sz="590" b="1"/>
            </a:lvl2pPr>
            <a:lvl3pPr marL="269748" indent="0">
              <a:buNone/>
              <a:defRPr sz="531" b="1"/>
            </a:lvl3pPr>
            <a:lvl4pPr marL="404622" indent="0">
              <a:buNone/>
              <a:defRPr sz="472" b="1"/>
            </a:lvl4pPr>
            <a:lvl5pPr marL="539496" indent="0">
              <a:buNone/>
              <a:defRPr sz="472" b="1"/>
            </a:lvl5pPr>
            <a:lvl6pPr marL="674370" indent="0">
              <a:buNone/>
              <a:defRPr sz="472" b="1"/>
            </a:lvl6pPr>
            <a:lvl7pPr marL="809244" indent="0">
              <a:buNone/>
              <a:defRPr sz="472" b="1"/>
            </a:lvl7pPr>
            <a:lvl8pPr marL="944118" indent="0">
              <a:buNone/>
              <a:defRPr sz="472" b="1"/>
            </a:lvl8pPr>
            <a:lvl9pPr marL="1078992" indent="0">
              <a:buNone/>
              <a:defRPr sz="47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75235" y="547688"/>
            <a:ext cx="1167091" cy="1509183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49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</p:spPr>
        <p:txBody>
          <a:bodyPr>
            <a:normAutofit/>
          </a:bodyPr>
          <a:lstStyle>
            <a:lvl1pPr>
              <a:defRPr sz="94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916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743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19" y="255588"/>
            <a:ext cx="944007" cy="730250"/>
          </a:xfrm>
        </p:spPr>
        <p:txBody>
          <a:bodyPr anchor="b">
            <a:normAutofit/>
          </a:bodyPr>
          <a:lstStyle>
            <a:lvl1pPr algn="l">
              <a:defRPr sz="59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34" y="255588"/>
            <a:ext cx="1309279" cy="26289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98319" y="1058864"/>
            <a:ext cx="944007" cy="1002065"/>
          </a:xfrm>
        </p:spPr>
        <p:txBody>
          <a:bodyPr anchor="t">
            <a:normAutofit/>
          </a:bodyPr>
          <a:lstStyle>
            <a:lvl1pPr marL="0" indent="0">
              <a:buNone/>
              <a:defRPr sz="472"/>
            </a:lvl1pPr>
            <a:lvl2pPr marL="134874" indent="0">
              <a:buNone/>
              <a:defRPr sz="354"/>
            </a:lvl2pPr>
            <a:lvl3pPr marL="269748" indent="0">
              <a:buNone/>
              <a:defRPr sz="295"/>
            </a:lvl3pPr>
            <a:lvl4pPr marL="404622" indent="0">
              <a:buNone/>
              <a:defRPr sz="266"/>
            </a:lvl4pPr>
            <a:lvl5pPr marL="539496" indent="0">
              <a:buNone/>
              <a:defRPr sz="266"/>
            </a:lvl5pPr>
            <a:lvl6pPr marL="674370" indent="0">
              <a:buNone/>
              <a:defRPr sz="266"/>
            </a:lvl6pPr>
            <a:lvl7pPr marL="809244" indent="0">
              <a:buNone/>
              <a:defRPr sz="266"/>
            </a:lvl7pPr>
            <a:lvl8pPr marL="944118" indent="0">
              <a:buNone/>
              <a:defRPr sz="266"/>
            </a:lvl8pPr>
            <a:lvl9pPr marL="1078992" indent="0">
              <a:buNone/>
              <a:defRPr sz="266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47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6105" y="693737"/>
            <a:ext cx="1051038" cy="547688"/>
          </a:xfrm>
        </p:spPr>
        <p:txBody>
          <a:bodyPr anchor="b">
            <a:normAutofit/>
          </a:bodyPr>
          <a:lstStyle>
            <a:lvl1pPr algn="l">
              <a:defRPr sz="708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224763" y="438150"/>
            <a:ext cx="967774" cy="2300288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472"/>
            </a:lvl1pPr>
            <a:lvl2pPr marL="134874" indent="0">
              <a:buNone/>
              <a:defRPr sz="472"/>
            </a:lvl2pPr>
            <a:lvl3pPr marL="269748" indent="0">
              <a:buNone/>
              <a:defRPr sz="472"/>
            </a:lvl3pPr>
            <a:lvl4pPr marL="404622" indent="0">
              <a:buNone/>
              <a:defRPr sz="472"/>
            </a:lvl4pPr>
            <a:lvl5pPr marL="539496" indent="0">
              <a:buNone/>
              <a:defRPr sz="472"/>
            </a:lvl5pPr>
            <a:lvl6pPr marL="674370" indent="0">
              <a:buNone/>
              <a:defRPr sz="472"/>
            </a:lvl6pPr>
            <a:lvl7pPr marL="809244" indent="0">
              <a:buNone/>
              <a:defRPr sz="472"/>
            </a:lvl7pPr>
            <a:lvl8pPr marL="944118" indent="0">
              <a:buNone/>
              <a:defRPr sz="472"/>
            </a:lvl8pPr>
            <a:lvl9pPr marL="1078992" indent="0">
              <a:buNone/>
              <a:defRPr sz="47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6172" y="1314450"/>
            <a:ext cx="1051322" cy="998008"/>
          </a:xfrm>
        </p:spPr>
        <p:txBody>
          <a:bodyPr anchor="t">
            <a:normAutofit/>
          </a:bodyPr>
          <a:lstStyle>
            <a:lvl1pPr marL="0" indent="0">
              <a:buNone/>
              <a:defRPr sz="531"/>
            </a:lvl1pPr>
            <a:lvl2pPr marL="134874" indent="0">
              <a:buNone/>
              <a:defRPr sz="354"/>
            </a:lvl2pPr>
            <a:lvl3pPr marL="269748" indent="0">
              <a:buNone/>
              <a:defRPr sz="295"/>
            </a:lvl3pPr>
            <a:lvl4pPr marL="404622" indent="0">
              <a:buNone/>
              <a:defRPr sz="266"/>
            </a:lvl4pPr>
            <a:lvl5pPr marL="539496" indent="0">
              <a:buNone/>
              <a:defRPr sz="266"/>
            </a:lvl5pPr>
            <a:lvl6pPr marL="674370" indent="0">
              <a:buNone/>
              <a:defRPr sz="266"/>
            </a:lvl6pPr>
            <a:lvl7pPr marL="809244" indent="0">
              <a:buNone/>
              <a:defRPr sz="266"/>
            </a:lvl7pPr>
            <a:lvl8pPr marL="944118" indent="0">
              <a:buNone/>
              <a:defRPr sz="266"/>
            </a:lvl8pPr>
            <a:lvl9pPr marL="1078992" indent="0">
              <a:buNone/>
              <a:defRPr sz="266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335" y="2957513"/>
            <a:ext cx="1714257" cy="174956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81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157335" y="255587"/>
            <a:ext cx="2382494" cy="1497013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472"/>
            </a:lvl1pPr>
            <a:lvl2pPr marL="134874" indent="0">
              <a:buNone/>
              <a:defRPr sz="472"/>
            </a:lvl2pPr>
            <a:lvl3pPr marL="269748" indent="0">
              <a:buNone/>
              <a:defRPr sz="472"/>
            </a:lvl3pPr>
            <a:lvl4pPr marL="404622" indent="0">
              <a:buNone/>
              <a:defRPr sz="472"/>
            </a:lvl4pPr>
            <a:lvl5pPr marL="539496" indent="0">
              <a:buNone/>
              <a:defRPr sz="472"/>
            </a:lvl5pPr>
            <a:lvl6pPr marL="674370" indent="0">
              <a:buNone/>
              <a:defRPr sz="472"/>
            </a:lvl6pPr>
            <a:lvl7pPr marL="809244" indent="0">
              <a:buNone/>
              <a:defRPr sz="472"/>
            </a:lvl7pPr>
            <a:lvl8pPr marL="944118" indent="0">
              <a:buNone/>
              <a:defRPr sz="472"/>
            </a:lvl8pPr>
            <a:lvl9pPr marL="1078992" indent="0">
              <a:buNone/>
              <a:defRPr sz="47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24764" y="1841853"/>
            <a:ext cx="2147741" cy="219075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472"/>
            </a:lvl1pPr>
            <a:lvl2pPr marL="134874" indent="0">
              <a:buFontTx/>
              <a:buNone/>
              <a:defRPr/>
            </a:lvl2pPr>
            <a:lvl3pPr marL="269748" indent="0">
              <a:buFontTx/>
              <a:buNone/>
              <a:defRPr/>
            </a:lvl3pPr>
            <a:lvl4pPr marL="404622" indent="0">
              <a:buFontTx/>
              <a:buNone/>
              <a:defRPr/>
            </a:lvl4pPr>
            <a:lvl5pPr marL="539496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9388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5" y="255587"/>
            <a:ext cx="2382494" cy="1387475"/>
          </a:xfrm>
        </p:spPr>
        <p:txBody>
          <a:bodyPr anchor="ctr">
            <a:normAutofit/>
          </a:bodyPr>
          <a:lstStyle>
            <a:lvl1pPr algn="l">
              <a:defRPr sz="826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4" y="1971675"/>
            <a:ext cx="1882927" cy="912813"/>
          </a:xfrm>
        </p:spPr>
        <p:txBody>
          <a:bodyPr anchor="ctr">
            <a:normAutofit/>
          </a:bodyPr>
          <a:lstStyle>
            <a:lvl1pPr marL="0" indent="0" algn="l">
              <a:buNone/>
              <a:defRPr sz="531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6974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40462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4pPr>
            <a:lvl5pPr marL="539496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5pPr>
            <a:lvl6pPr marL="674370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6pPr>
            <a:lvl7pPr marL="809244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7pPr>
            <a:lvl8pPr marL="944118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8pPr>
            <a:lvl9pPr marL="107899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496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74" y="255587"/>
            <a:ext cx="2023399" cy="1387475"/>
          </a:xfrm>
        </p:spPr>
        <p:txBody>
          <a:bodyPr anchor="ctr">
            <a:normAutofit/>
          </a:bodyPr>
          <a:lstStyle>
            <a:lvl1pPr algn="l">
              <a:defRPr sz="826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4669" y="1643062"/>
            <a:ext cx="1888506" cy="231246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134874" indent="0">
              <a:buFontTx/>
              <a:buNone/>
              <a:defRPr/>
            </a:lvl2pPr>
            <a:lvl3pPr marL="269748" indent="0">
              <a:buFontTx/>
              <a:buNone/>
              <a:defRPr/>
            </a:lvl3pPr>
            <a:lvl4pPr marL="404622" indent="0">
              <a:buFontTx/>
              <a:buNone/>
              <a:defRPr/>
            </a:lvl4pPr>
            <a:lvl5pPr marL="539496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5" y="2060929"/>
            <a:ext cx="1882575" cy="823558"/>
          </a:xfrm>
        </p:spPr>
        <p:txBody>
          <a:bodyPr anchor="ctr">
            <a:normAutofit/>
          </a:bodyPr>
          <a:lstStyle>
            <a:lvl1pPr marL="0" indent="0" algn="l">
              <a:buNone/>
              <a:defRPr sz="590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6974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40462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4pPr>
            <a:lvl5pPr marL="539496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5pPr>
            <a:lvl6pPr marL="674370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6pPr>
            <a:lvl7pPr marL="809244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7pPr>
            <a:lvl8pPr marL="944118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8pPr>
            <a:lvl9pPr marL="107899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7429" y="340507"/>
            <a:ext cx="134893" cy="280205"/>
          </a:xfrm>
          <a:prstGeom prst="rect">
            <a:avLst/>
          </a:prstGeom>
        </p:spPr>
        <p:txBody>
          <a:bodyPr vert="horz" lIns="26972" tIns="13486" rIns="26972" bIns="13486" rtlCol="0" anchor="ctr">
            <a:noAutofit/>
          </a:bodyPr>
          <a:lstStyle/>
          <a:p>
            <a:pPr lvl="0"/>
            <a:r>
              <a:rPr lang="en-US" sz="236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0112" y="1326621"/>
            <a:ext cx="134893" cy="280205"/>
          </a:xfrm>
          <a:prstGeom prst="rect">
            <a:avLst/>
          </a:prstGeom>
        </p:spPr>
        <p:txBody>
          <a:bodyPr vert="horz" lIns="26972" tIns="13486" rIns="26972" bIns="13486" rtlCol="0" anchor="ctr">
            <a:noAutofit/>
          </a:bodyPr>
          <a:lstStyle/>
          <a:p>
            <a:pPr lvl="0" algn="r"/>
            <a:r>
              <a:rPr lang="en-US" sz="236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447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5" y="1643062"/>
            <a:ext cx="1882575" cy="813338"/>
          </a:xfrm>
        </p:spPr>
        <p:txBody>
          <a:bodyPr anchor="b">
            <a:normAutofit/>
          </a:bodyPr>
          <a:lstStyle>
            <a:lvl1pPr algn="l">
              <a:defRPr sz="826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4" y="2459553"/>
            <a:ext cx="1882927" cy="424934"/>
          </a:xfrm>
        </p:spPr>
        <p:txBody>
          <a:bodyPr anchor="t">
            <a:normAutofit/>
          </a:bodyPr>
          <a:lstStyle>
            <a:lvl1pPr marL="0" indent="0" algn="l">
              <a:buNone/>
              <a:defRPr sz="531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6974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40462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4pPr>
            <a:lvl5pPr marL="539496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5pPr>
            <a:lvl6pPr marL="674370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6pPr>
            <a:lvl7pPr marL="809244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7pPr>
            <a:lvl8pPr marL="944118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8pPr>
            <a:lvl9pPr marL="107899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4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74" y="255587"/>
            <a:ext cx="2023399" cy="1387475"/>
          </a:xfrm>
        </p:spPr>
        <p:txBody>
          <a:bodyPr anchor="ctr">
            <a:normAutofit/>
          </a:bodyPr>
          <a:lstStyle>
            <a:lvl1pPr algn="l">
              <a:defRPr sz="826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7335" y="1862137"/>
            <a:ext cx="1882575" cy="50306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59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4" y="2373313"/>
            <a:ext cx="1882575" cy="511175"/>
          </a:xfrm>
        </p:spPr>
        <p:txBody>
          <a:bodyPr anchor="t">
            <a:normAutofit/>
          </a:bodyPr>
          <a:lstStyle>
            <a:lvl1pPr marL="0" indent="0" algn="l">
              <a:buNone/>
              <a:defRPr sz="531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6974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40462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4pPr>
            <a:lvl5pPr marL="539496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5pPr>
            <a:lvl6pPr marL="674370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6pPr>
            <a:lvl7pPr marL="809244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7pPr>
            <a:lvl8pPr marL="944118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8pPr>
            <a:lvl9pPr marL="107899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7429" y="340507"/>
            <a:ext cx="134893" cy="280205"/>
          </a:xfrm>
          <a:prstGeom prst="rect">
            <a:avLst/>
          </a:prstGeom>
        </p:spPr>
        <p:txBody>
          <a:bodyPr vert="horz" lIns="26972" tIns="13486" rIns="26972" bIns="13486" rtlCol="0" anchor="ctr">
            <a:noAutofit/>
          </a:bodyPr>
          <a:lstStyle/>
          <a:p>
            <a:pPr lvl="0"/>
            <a:r>
              <a:rPr lang="en-US" sz="236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0112" y="1326621"/>
            <a:ext cx="134893" cy="280205"/>
          </a:xfrm>
          <a:prstGeom prst="rect">
            <a:avLst/>
          </a:prstGeom>
        </p:spPr>
        <p:txBody>
          <a:bodyPr vert="horz" lIns="26972" tIns="13486" rIns="26972" bIns="13486" rtlCol="0" anchor="ctr">
            <a:noAutofit/>
          </a:bodyPr>
          <a:lstStyle/>
          <a:p>
            <a:pPr lvl="0" algn="r"/>
            <a:r>
              <a:rPr lang="en-US" sz="236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0937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5" y="255587"/>
            <a:ext cx="2219808" cy="138747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826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7335" y="1882422"/>
            <a:ext cx="1882575" cy="40163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59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4" y="2284061"/>
            <a:ext cx="1882575" cy="600427"/>
          </a:xfrm>
        </p:spPr>
        <p:txBody>
          <a:bodyPr anchor="t">
            <a:normAutofit/>
          </a:bodyPr>
          <a:lstStyle>
            <a:lvl1pPr marL="0" indent="0" algn="l">
              <a:buNone/>
              <a:defRPr sz="531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6974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40462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4pPr>
            <a:lvl5pPr marL="539496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5pPr>
            <a:lvl6pPr marL="674370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6pPr>
            <a:lvl7pPr marL="809244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7pPr>
            <a:lvl8pPr marL="944118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8pPr>
            <a:lvl9pPr marL="107899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336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</p:spPr>
        <p:txBody>
          <a:bodyPr>
            <a:normAutofit/>
          </a:bodyPr>
          <a:lstStyle>
            <a:lvl1pPr algn="l">
              <a:defRPr sz="82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334" y="255588"/>
            <a:ext cx="1933459" cy="1805342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82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36862" y="255588"/>
            <a:ext cx="602966" cy="2117725"/>
          </a:xfrm>
        </p:spPr>
        <p:txBody>
          <a:bodyPr vert="eaVert">
            <a:normAutofit/>
          </a:bodyPr>
          <a:lstStyle>
            <a:lvl1pPr>
              <a:defRPr sz="82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334" y="255588"/>
            <a:ext cx="1725551" cy="26289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360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rgbClr val="586E58"/>
            </a:gs>
            <a:gs pos="100000">
              <a:srgbClr val="676A3B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967618" y="1866195"/>
            <a:ext cx="728699" cy="1273880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4" y="255588"/>
            <a:ext cx="1933459" cy="1805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1665" y="2957514"/>
            <a:ext cx="354095" cy="17495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95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3E547C9-4F2C-41F2-B8BD-D7E0EFCA5023}" type="datetimeFigureOut">
              <a:rPr lang="zh-TW" altLang="en-US" smtClean="0"/>
              <a:t>2024/10/14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335" y="2957513"/>
            <a:ext cx="1714257" cy="17495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295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93186" y="2673021"/>
            <a:ext cx="252758" cy="3210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26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71174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134874" rtl="0" eaLnBrk="1" latinLnBrk="0" hangingPunct="1">
        <a:spcBef>
          <a:spcPct val="0"/>
        </a:spcBef>
        <a:buNone/>
        <a:defRPr sz="944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84296" indent="-84296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59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219170" indent="-84296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531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354044" indent="-84296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72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455200" indent="-50578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590074" indent="-50578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741807" indent="-67437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876681" indent="-67437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1011555" indent="-67437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1146429" indent="-67437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1pPr>
      <a:lvl2pPr marL="134874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2pPr>
      <a:lvl3pPr marL="269748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3pPr>
      <a:lvl4pPr marL="404622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4pPr>
      <a:lvl5pPr marL="539496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5pPr>
      <a:lvl6pPr marL="674370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6pPr>
      <a:lvl7pPr marL="809244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7pPr>
      <a:lvl8pPr marL="944118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8pPr>
      <a:lvl9pPr marL="1078992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71" y="872837"/>
            <a:ext cx="2272207" cy="23222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FEC21D0-7C0E-4CF1-9BBB-50E2B9FE1E9E}"/>
              </a:ext>
            </a:extLst>
          </p:cNvPr>
          <p:cNvSpPr txBox="1"/>
          <p:nvPr/>
        </p:nvSpPr>
        <p:spPr>
          <a:xfrm>
            <a:off x="0" y="673566"/>
            <a:ext cx="26971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60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綠色</a:t>
            </a:r>
            <a:endParaRPr lang="en-US" altLang="zh-TW" sz="60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60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債券</a:t>
            </a:r>
            <a:endParaRPr lang="en-US" altLang="zh-TW" sz="60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B57E8DF-92B1-41FF-B9A3-AE6688E11C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4"/>
            <a:ext cx="913114" cy="90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7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71" y="872837"/>
            <a:ext cx="2272207" cy="23222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AD50D1F-FFEF-40A5-BAA3-195DC7EE0F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4"/>
            <a:ext cx="913114" cy="90366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FEC21D0-7C0E-4CF1-9BBB-50E2B9FE1E9E}"/>
              </a:ext>
            </a:extLst>
          </p:cNvPr>
          <p:cNvSpPr txBox="1"/>
          <p:nvPr/>
        </p:nvSpPr>
        <p:spPr>
          <a:xfrm>
            <a:off x="0" y="211901"/>
            <a:ext cx="26971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60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社會</a:t>
            </a:r>
            <a:endParaRPr lang="en-US" altLang="zh-TW" sz="60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60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責任</a:t>
            </a:r>
            <a:endParaRPr lang="en-US" altLang="zh-TW" sz="60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60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債券</a:t>
            </a:r>
          </a:p>
        </p:txBody>
      </p:sp>
    </p:spTree>
    <p:extLst>
      <p:ext uri="{BB962C8B-B14F-4D97-AF65-F5344CB8AC3E}">
        <p14:creationId xmlns:p14="http://schemas.microsoft.com/office/powerpoint/2010/main" val="4153587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71" y="872837"/>
            <a:ext cx="2272207" cy="23222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AD50D1F-FFEF-40A5-BAA3-195DC7EE0F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4"/>
            <a:ext cx="913114" cy="90366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FEC21D0-7C0E-4CF1-9BBB-50E2B9FE1E9E}"/>
              </a:ext>
            </a:extLst>
          </p:cNvPr>
          <p:cNvSpPr txBox="1"/>
          <p:nvPr/>
        </p:nvSpPr>
        <p:spPr>
          <a:xfrm>
            <a:off x="0" y="304234"/>
            <a:ext cx="26971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56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可持續</a:t>
            </a:r>
            <a:endParaRPr lang="en-US" altLang="zh-TW" sz="56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56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發展</a:t>
            </a:r>
            <a:endParaRPr lang="en-US" altLang="zh-TW" sz="56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56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債券</a:t>
            </a:r>
          </a:p>
        </p:txBody>
      </p:sp>
    </p:spTree>
    <p:extLst>
      <p:ext uri="{BB962C8B-B14F-4D97-AF65-F5344CB8AC3E}">
        <p14:creationId xmlns:p14="http://schemas.microsoft.com/office/powerpoint/2010/main" val="146164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71" y="872837"/>
            <a:ext cx="2272207" cy="23222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AD50D1F-FFEF-40A5-BAA3-195DC7EE0F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4"/>
            <a:ext cx="913114" cy="90366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FEC21D0-7C0E-4CF1-9BBB-50E2B9FE1E9E}"/>
              </a:ext>
            </a:extLst>
          </p:cNvPr>
          <p:cNvSpPr txBox="1"/>
          <p:nvPr/>
        </p:nvSpPr>
        <p:spPr>
          <a:xfrm>
            <a:off x="0" y="488900"/>
            <a:ext cx="26971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8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可持續</a:t>
            </a:r>
            <a:endParaRPr lang="en-US" altLang="zh-TW" sz="48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48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發展連結</a:t>
            </a:r>
            <a:endParaRPr lang="en-US" altLang="zh-TW" sz="48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48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債券</a:t>
            </a:r>
          </a:p>
        </p:txBody>
      </p:sp>
    </p:spTree>
    <p:extLst>
      <p:ext uri="{BB962C8B-B14F-4D97-AF65-F5344CB8AC3E}">
        <p14:creationId xmlns:p14="http://schemas.microsoft.com/office/powerpoint/2010/main" val="185166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71" y="872837"/>
            <a:ext cx="2272207" cy="23222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AD50D1F-FFEF-40A5-BAA3-195DC7EE0F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4"/>
            <a:ext cx="913114" cy="90366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FEC21D0-7C0E-4CF1-9BBB-50E2B9FE1E9E}"/>
              </a:ext>
            </a:extLst>
          </p:cNvPr>
          <p:cNvSpPr txBox="1"/>
          <p:nvPr/>
        </p:nvSpPr>
        <p:spPr>
          <a:xfrm>
            <a:off x="0" y="858232"/>
            <a:ext cx="26971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8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永續發展</a:t>
            </a:r>
            <a:endParaRPr lang="en-US" altLang="zh-TW" sz="48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48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債券專版</a:t>
            </a:r>
          </a:p>
        </p:txBody>
      </p:sp>
    </p:spTree>
    <p:extLst>
      <p:ext uri="{BB962C8B-B14F-4D97-AF65-F5344CB8AC3E}">
        <p14:creationId xmlns:p14="http://schemas.microsoft.com/office/powerpoint/2010/main" val="3841659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71" y="872837"/>
            <a:ext cx="2272207" cy="23222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AD50D1F-FFEF-40A5-BAA3-195DC7EE0F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4"/>
            <a:ext cx="913114" cy="90366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FEC21D0-7C0E-4CF1-9BBB-50E2B9FE1E9E}"/>
              </a:ext>
            </a:extLst>
          </p:cNvPr>
          <p:cNvSpPr txBox="1"/>
          <p:nvPr/>
        </p:nvSpPr>
        <p:spPr>
          <a:xfrm>
            <a:off x="-1" y="242678"/>
            <a:ext cx="269716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台灣</a:t>
            </a:r>
            <a:endParaRPr lang="en-US" altLang="zh-TW" sz="44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44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第一個</a:t>
            </a:r>
            <a:endParaRPr lang="en-US" altLang="zh-TW" sz="44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44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氣候指數</a:t>
            </a:r>
            <a:endParaRPr lang="en-US" altLang="zh-TW" sz="44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44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系列</a:t>
            </a:r>
            <a:endParaRPr lang="en-US" altLang="zh-TW" sz="44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47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71" y="872837"/>
            <a:ext cx="2272207" cy="23222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AD50D1F-FFEF-40A5-BAA3-195DC7EE0F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4"/>
            <a:ext cx="913114" cy="90366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FEC21D0-7C0E-4CF1-9BBB-50E2B9FE1E9E}"/>
              </a:ext>
            </a:extLst>
          </p:cNvPr>
          <p:cNvSpPr txBox="1"/>
          <p:nvPr/>
        </p:nvSpPr>
        <p:spPr>
          <a:xfrm>
            <a:off x="-1" y="58012"/>
            <a:ext cx="269716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000" b="1" dirty="0" err="1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TPEx</a:t>
            </a:r>
            <a:endParaRPr lang="en-US" altLang="zh-TW" sz="40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40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FactSet</a:t>
            </a:r>
          </a:p>
          <a:p>
            <a:pPr algn="ctr"/>
            <a:r>
              <a:rPr lang="zh-TW" altLang="en-US" sz="40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氣候韌性指數系列編製者</a:t>
            </a:r>
            <a:endParaRPr lang="en-US" altLang="zh-TW" sz="40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15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71" y="872837"/>
            <a:ext cx="2272207" cy="23222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AD50D1F-FFEF-40A5-BAA3-195DC7EE0F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4"/>
            <a:ext cx="913114" cy="90366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FEC21D0-7C0E-4CF1-9BBB-50E2B9FE1E9E}"/>
              </a:ext>
            </a:extLst>
          </p:cNvPr>
          <p:cNvSpPr txBox="1"/>
          <p:nvPr/>
        </p:nvSpPr>
        <p:spPr>
          <a:xfrm>
            <a:off x="-1" y="211901"/>
            <a:ext cx="26971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600" b="1" dirty="0" err="1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TPEx</a:t>
            </a:r>
            <a:endParaRPr lang="en-US" altLang="zh-TW" sz="36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36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FactSet</a:t>
            </a:r>
          </a:p>
          <a:p>
            <a:pPr algn="ctr"/>
            <a:r>
              <a:rPr lang="zh-TW" altLang="en-US" sz="36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氣候韌性指數系列有幾支指數</a:t>
            </a:r>
            <a:endParaRPr lang="en-US" altLang="zh-TW" sz="36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059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71" y="872837"/>
            <a:ext cx="2272207" cy="23222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AD50D1F-FFEF-40A5-BAA3-195DC7EE0F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4"/>
            <a:ext cx="913114" cy="90366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FEC21D0-7C0E-4CF1-9BBB-50E2B9FE1E9E}"/>
              </a:ext>
            </a:extLst>
          </p:cNvPr>
          <p:cNvSpPr txBox="1"/>
          <p:nvPr/>
        </p:nvSpPr>
        <p:spPr>
          <a:xfrm>
            <a:off x="-1" y="211901"/>
            <a:ext cx="26971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600" b="1" dirty="0" err="1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TPEx</a:t>
            </a:r>
            <a:endParaRPr lang="en-US" altLang="zh-TW" sz="36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36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FactSet</a:t>
            </a:r>
          </a:p>
          <a:p>
            <a:pPr algn="ctr"/>
            <a:r>
              <a:rPr lang="zh-TW" altLang="en-US" sz="36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氣候韌性</a:t>
            </a:r>
            <a:endParaRPr lang="en-US" altLang="zh-TW" sz="36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36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指數系列</a:t>
            </a:r>
            <a:endParaRPr lang="en-US" altLang="zh-TW" sz="36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36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發布日</a:t>
            </a:r>
            <a:endParaRPr lang="en-US" altLang="zh-TW" sz="36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778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71" y="872837"/>
            <a:ext cx="2272207" cy="23222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AD50D1F-FFEF-40A5-BAA3-195DC7EE0F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4"/>
            <a:ext cx="913114" cy="90366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FEC21D0-7C0E-4CF1-9BBB-50E2B9FE1E9E}"/>
              </a:ext>
            </a:extLst>
          </p:cNvPr>
          <p:cNvSpPr txBox="1"/>
          <p:nvPr/>
        </p:nvSpPr>
        <p:spPr>
          <a:xfrm>
            <a:off x="0" y="581233"/>
            <a:ext cx="269716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台灣</a:t>
            </a:r>
            <a:endParaRPr lang="en-US" altLang="zh-TW" sz="44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44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第一檔</a:t>
            </a:r>
            <a:endParaRPr lang="en-US" altLang="zh-TW" sz="44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44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氣候</a:t>
            </a:r>
            <a:r>
              <a:rPr lang="en-US" altLang="zh-TW" sz="44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ETN</a:t>
            </a:r>
          </a:p>
        </p:txBody>
      </p:sp>
    </p:spTree>
    <p:extLst>
      <p:ext uri="{BB962C8B-B14F-4D97-AF65-F5344CB8AC3E}">
        <p14:creationId xmlns:p14="http://schemas.microsoft.com/office/powerpoint/2010/main" val="3561646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71" y="872837"/>
            <a:ext cx="2272207" cy="23222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AD50D1F-FFEF-40A5-BAA3-195DC7EE0F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4"/>
            <a:ext cx="913114" cy="90366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FEC21D0-7C0E-4CF1-9BBB-50E2B9FE1E9E}"/>
              </a:ext>
            </a:extLst>
          </p:cNvPr>
          <p:cNvSpPr txBox="1"/>
          <p:nvPr/>
        </p:nvSpPr>
        <p:spPr>
          <a:xfrm>
            <a:off x="0" y="581233"/>
            <a:ext cx="26971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60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櫃買</a:t>
            </a:r>
            <a:endParaRPr lang="en-US" altLang="zh-TW" sz="6000" b="1" dirty="0">
              <a:ln>
                <a:solidFill>
                  <a:schemeClr val="bg1"/>
                </a:solidFill>
              </a:ln>
              <a:gradFill>
                <a:gsLst>
                  <a:gs pos="15000">
                    <a:srgbClr val="FF9900"/>
                  </a:gs>
                  <a:gs pos="34000">
                    <a:srgbClr val="FFFF00"/>
                  </a:gs>
                </a:gsLst>
                <a:lin ang="6120000" scaled="1"/>
              </a:gradFill>
              <a:effectLst>
                <a:glow rad="25400">
                  <a:schemeClr val="accent1">
                    <a:lumMod val="75000"/>
                    <a:alpha val="40000"/>
                  </a:schemeClr>
                </a:glo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6000" b="1" dirty="0">
                <a:ln>
                  <a:solidFill>
                    <a:schemeClr val="bg1"/>
                  </a:solidFill>
                </a:ln>
                <a:gradFill>
                  <a:gsLst>
                    <a:gs pos="15000">
                      <a:srgbClr val="FF9900"/>
                    </a:gs>
                    <a:gs pos="34000">
                      <a:srgbClr val="FFFF00"/>
                    </a:gs>
                  </a:gsLst>
                  <a:lin ang="6120000" scaled="1"/>
                </a:gradFill>
                <a:effectLst>
                  <a:glow rad="254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中心</a:t>
            </a:r>
          </a:p>
        </p:txBody>
      </p:sp>
    </p:spTree>
    <p:extLst>
      <p:ext uri="{BB962C8B-B14F-4D97-AF65-F5344CB8AC3E}">
        <p14:creationId xmlns:p14="http://schemas.microsoft.com/office/powerpoint/2010/main" val="3577945144"/>
      </p:ext>
    </p:extLst>
  </p:cSld>
  <p:clrMapOvr>
    <a:masterClrMapping/>
  </p:clrMapOvr>
</p:sld>
</file>

<file path=ppt/theme/theme1.xml><?xml version="1.0" encoding="utf-8"?>
<a:theme xmlns:a="http://schemas.openxmlformats.org/drawingml/2006/main" name="切割線">
  <a:themeElements>
    <a:clrScheme name="切割線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割線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割線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520</TotalTime>
  <Words>61</Words>
  <Application>Microsoft Office PowerPoint</Application>
  <PresentationFormat>自訂</PresentationFormat>
  <Paragraphs>33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微軟正黑體</vt:lpstr>
      <vt:lpstr>Century Gothic</vt:lpstr>
      <vt:lpstr>Wingdings 3</vt:lpstr>
      <vt:lpstr>切割線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黃聖智</dc:creator>
  <cp:lastModifiedBy>黃安同</cp:lastModifiedBy>
  <cp:revision>34</cp:revision>
  <dcterms:created xsi:type="dcterms:W3CDTF">2022-09-21T02:41:59Z</dcterms:created>
  <dcterms:modified xsi:type="dcterms:W3CDTF">2024-10-14T02:55:38Z</dcterms:modified>
</cp:coreProperties>
</file>
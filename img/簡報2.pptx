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56" r:id="rId7"/>
    <p:sldId id="258" r:id="rId8"/>
    <p:sldId id="267" r:id="rId9"/>
    <p:sldId id="268" r:id="rId10"/>
    <p:sldId id="269" r:id="rId11"/>
    <p:sldId id="279" r:id="rId12"/>
    <p:sldId id="280" r:id="rId13"/>
    <p:sldId id="282" r:id="rId14"/>
    <p:sldId id="281" r:id="rId15"/>
    <p:sldId id="283" r:id="rId16"/>
    <p:sldId id="257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D739A3-721B-406C-A47E-38F3B3BEB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5F1117F-EE0E-4797-A7C9-7C943872E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3EB5DA-E581-47BA-962F-8FB01AED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87CA32-75B7-4521-B6E4-47C68F74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0CFACE-4A97-4E86-A770-CE0547B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9975B-3475-494A-A365-AA0364E3C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F8248F-049D-4473-A817-356403662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9E18E4-8E27-4F52-8CC6-318866A9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903753-8AF2-4599-9D95-37A9FB65C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59C38-B59D-433B-8C10-73CCE83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00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F10198-9011-4216-9C86-3BFA616BA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D2EBD6C-E6A0-4A35-BA00-D02BFBB64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3E0EF6-A4BD-43D2-824B-F9034225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1DC3D6-C28B-429A-ADB0-720F7B19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395855-CC6A-4B6E-8254-47CE23B6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6653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BEFE4C-F6E3-4687-9A64-D829B415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B92B15-05C0-4B23-A2B9-CA730A501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96903E-E3DF-4212-9B93-5ACC02F7E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ABEB2A-12B8-4D94-8B75-3300C39DA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2D6F5A-5495-462E-9EAB-7D3093687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AF066BF-3771-4D06-9807-B95AAFC2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613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439EFB-D0F0-4CAB-97CE-8EE470918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33B101-5C5E-4A37-B07C-7946A4240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7AD0EF-9780-4064-B224-E033B1502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2AA53A2-6028-45AF-9B75-4AE85710A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E3FDADF-1550-4631-9DF0-12417D709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7ACE335-7927-455C-AE5B-EF330D8F8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037A6C2-0D73-4941-BD4C-41BF2AA1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5220C76-B9B1-4EFA-BB32-3F0D3951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52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841A4A-158A-4783-8037-2D0E43C8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D7E1949-A6E7-43EE-AA16-36E651BF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7944209-A549-4AC4-A827-CC0CB97F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F99377-F8F8-4F9C-9359-4409E9E11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148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0928C1D-2F11-402E-AA6F-862610980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D8C4AD6-1077-4375-865D-F503C99A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8853A6-84C8-44C7-97A8-0EA24650A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260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71552C-0E47-4754-A03B-E723CECA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F8B83-B4CA-49DC-ACB7-F33B7ABB1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7D1315-55F2-4F7D-B1F5-BBE64EDC3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C65ED7-8CFB-4615-9AB1-B2F3840B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D09BFA-7A7C-4696-9B34-2C5C3762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3E618E1-19C9-4F93-AD56-AB9CCC66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100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15867E-530F-4EE9-B715-0FCDF4B9D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EEBBE3C-3597-44DB-81B2-84FE8188C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A7F6F0-03FE-4569-B86B-A3F4553F5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8AE386-F15A-4353-9C06-14646CA7F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E89D1E-86C0-43DD-B271-D403E32BC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3FC2CB-9468-4FB0-B703-89101568B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62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7C4C5-C360-4589-878A-410AD175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A8D06A-7F0B-4D51-ADBF-FA8C66707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836801-95AD-4AA1-A01C-E4F1B59DD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0FD8CA-F4BD-4B57-81AF-87D5EC88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D07B37-EACD-4AEA-903E-B11A3BCA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428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4702884-5462-4D85-B00B-8E4FA5020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7F8BAE-DE2C-455B-B14A-E527CA9AB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912B43-DA06-420B-8E03-533A6F197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7DB858-D97A-413A-A702-FCAD3795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6DEB19-1DAA-4593-8B66-D3D406E1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924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272F13-9022-47BD-88C2-C76D6D66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83FC50-2B8E-4920-BA81-31CBF16B8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DA6839-D18B-4444-8D12-3590D7924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AF6E7-6439-4794-96EC-B314F0A2B304}" type="datetimeFigureOut">
              <a:rPr lang="zh-TW" altLang="en-US" smtClean="0"/>
              <a:t>2024/10/9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AB8C14-6E7F-46C2-8E12-0118C0606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FE853F-D50B-4829-9C5B-79B686C67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3044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D157D42-4CFC-4B7E-837B-D7ED878CB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BD78525-31C3-4F24-AD6B-F2548B76430A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546F4A6-33C9-4506-9975-A47B6076DA54}"/>
              </a:ext>
            </a:extLst>
          </p:cNvPr>
          <p:cNvSpPr txBox="1"/>
          <p:nvPr/>
        </p:nvSpPr>
        <p:spPr>
          <a:xfrm>
            <a:off x="4742903" y="2643859"/>
            <a:ext cx="27061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綠色</a:t>
            </a:r>
            <a:endParaRPr lang="en-US" altLang="zh-TW" sz="4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債券</a:t>
            </a:r>
            <a:endParaRPr lang="en-US" altLang="zh-TW" sz="4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1475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FDD481A-E403-49A7-B4CC-463C61F60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8212E41-E03F-4B2D-9E79-7A805049357A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8D231E-E016-4045-B998-2DC01F7706EA}"/>
              </a:ext>
            </a:extLst>
          </p:cNvPr>
          <p:cNvSpPr txBox="1"/>
          <p:nvPr/>
        </p:nvSpPr>
        <p:spPr>
          <a:xfrm>
            <a:off x="4761909" y="2505359"/>
            <a:ext cx="27061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社會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責任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債券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988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D7964EDB-2A36-4A8C-A427-903367779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BB0225A-49E1-459E-8799-63A85CC2203A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43E3332-1887-4194-B72A-A44A685C7CD2}"/>
              </a:ext>
            </a:extLst>
          </p:cNvPr>
          <p:cNvSpPr txBox="1"/>
          <p:nvPr/>
        </p:nvSpPr>
        <p:spPr>
          <a:xfrm>
            <a:off x="4742903" y="2505359"/>
            <a:ext cx="27061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可持續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發展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債券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431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F0A3720-F2EA-40F1-90D7-2469F6C55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0BBB3E5-1D0A-4F35-AE00-086E6ECABE9C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50F221-7FE7-48BA-A934-9122B8D64217}"/>
              </a:ext>
            </a:extLst>
          </p:cNvPr>
          <p:cNvSpPr txBox="1"/>
          <p:nvPr/>
        </p:nvSpPr>
        <p:spPr>
          <a:xfrm>
            <a:off x="4742903" y="2505359"/>
            <a:ext cx="27061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可持續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發展連結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債券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099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81F9E98-CDE1-4C3D-B6D6-7BEC7FCE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07BE6FC-743A-4BB2-83C2-E7A5F14EC84C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05D7DBE-4B1A-459E-9E50-B52B419473AE}"/>
              </a:ext>
            </a:extLst>
          </p:cNvPr>
          <p:cNvSpPr txBox="1"/>
          <p:nvPr/>
        </p:nvSpPr>
        <p:spPr>
          <a:xfrm>
            <a:off x="4742903" y="2797747"/>
            <a:ext cx="270619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永續發展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債券專版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4213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FFBD0EF-A120-4E65-AF7A-D634DF16F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1BFB777-FE51-3ED3-38DA-D6A0D9B91BAB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B2548C2-D8FB-4034-877C-AEAF62DD46E9}"/>
              </a:ext>
            </a:extLst>
          </p:cNvPr>
          <p:cNvSpPr txBox="1"/>
          <p:nvPr/>
        </p:nvSpPr>
        <p:spPr>
          <a:xfrm>
            <a:off x="4742903" y="2212971"/>
            <a:ext cx="270619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臺灣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第一個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氣候指數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系列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1971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7964F93-6827-4847-87C5-EF712F39C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281BE83-38F5-4DD7-A5D5-A2808CC4A05F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4C01C6A-1313-44AD-8A3B-07A01F88FCD5}"/>
              </a:ext>
            </a:extLst>
          </p:cNvPr>
          <p:cNvSpPr txBox="1"/>
          <p:nvPr/>
        </p:nvSpPr>
        <p:spPr>
          <a:xfrm>
            <a:off x="4742903" y="1920584"/>
            <a:ext cx="270619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TPEX FactSet</a:t>
            </a: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氣候韌性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指數系列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編製者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151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860B9A1-C668-4196-AFA0-45FF2B755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6F9FFB1-47EC-4B85-BDA0-94748EAD1C84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2921D62-0CE4-4F05-9DD1-1C743A58BC24}"/>
              </a:ext>
            </a:extLst>
          </p:cNvPr>
          <p:cNvSpPr txBox="1"/>
          <p:nvPr/>
        </p:nvSpPr>
        <p:spPr>
          <a:xfrm>
            <a:off x="4742903" y="1920584"/>
            <a:ext cx="270619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TPEX</a:t>
            </a:r>
          </a:p>
          <a:p>
            <a:pPr algn="ctr"/>
            <a:r>
              <a:rPr lang="en-US" altLang="zh-TW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FactSet</a:t>
            </a: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氣候韌性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指數系列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有幾支指數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2274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F7C2F9B-2963-4E5F-B5C2-8AEF83A87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27AB8E-6738-41B6-BBCB-C2151A12B0B5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accent3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464A269-F5EF-4658-824C-CC96551FAC82}"/>
              </a:ext>
            </a:extLst>
          </p:cNvPr>
          <p:cNvSpPr txBox="1"/>
          <p:nvPr/>
        </p:nvSpPr>
        <p:spPr>
          <a:xfrm>
            <a:off x="4742903" y="1920584"/>
            <a:ext cx="270619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TPEX </a:t>
            </a:r>
          </a:p>
          <a:p>
            <a:pPr algn="ctr"/>
            <a:r>
              <a:rPr lang="en-US" altLang="zh-TW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FactSet</a:t>
            </a: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氣候韌性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指數系列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發布日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566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F8813EE-89E6-462A-99A9-BE6C206D5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DEB8F18-7763-42C8-AE9C-C0B978E9AA11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2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4B7BD82-E337-4800-B67E-F098293A29BE}"/>
              </a:ext>
            </a:extLst>
          </p:cNvPr>
          <p:cNvSpPr txBox="1"/>
          <p:nvPr/>
        </p:nvSpPr>
        <p:spPr>
          <a:xfrm>
            <a:off x="4742903" y="2505359"/>
            <a:ext cx="27061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臺灣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第一檔</a:t>
            </a:r>
            <a:endParaRPr lang="en-US" altLang="zh-TW" sz="38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氣候</a:t>
            </a:r>
            <a:r>
              <a:rPr lang="en-US" altLang="zh-TW" sz="38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ETN</a:t>
            </a:r>
          </a:p>
        </p:txBody>
      </p:sp>
    </p:spTree>
    <p:extLst>
      <p:ext uri="{BB962C8B-B14F-4D97-AF65-F5344CB8AC3E}">
        <p14:creationId xmlns:p14="http://schemas.microsoft.com/office/powerpoint/2010/main" val="4210875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57170" y="2797747"/>
            <a:ext cx="26966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綠色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效益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674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7666" y="2797747"/>
            <a:ext cx="26966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社會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效益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78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7666" y="2505359"/>
            <a:ext cx="269666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綠色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+</a:t>
            </a: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社會效益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43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2903" y="3013190"/>
            <a:ext cx="2696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SLB</a:t>
            </a:r>
          </a:p>
        </p:txBody>
      </p:sp>
    </p:spTree>
    <p:extLst>
      <p:ext uri="{BB962C8B-B14F-4D97-AF65-F5344CB8AC3E}">
        <p14:creationId xmlns:p14="http://schemas.microsoft.com/office/powerpoint/2010/main" val="3707091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AB6840BA-E7D1-4368-9BD3-3FCD3855BA06}"/>
              </a:ext>
            </a:extLst>
          </p:cNvPr>
          <p:cNvGrpSpPr/>
          <p:nvPr/>
        </p:nvGrpSpPr>
        <p:grpSpPr>
          <a:xfrm>
            <a:off x="4742903" y="1779889"/>
            <a:ext cx="2725200" cy="3297600"/>
            <a:chOff x="4742903" y="1779889"/>
            <a:chExt cx="2725200" cy="329760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A400D96-E098-41D2-A91B-9ECA52293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7667" y="1785273"/>
              <a:ext cx="2696665" cy="3287454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B4AEE40-7564-9AB1-070F-7148E319AEC7}"/>
                </a:ext>
              </a:extLst>
            </p:cNvPr>
            <p:cNvSpPr/>
            <p:nvPr/>
          </p:nvSpPr>
          <p:spPr>
            <a:xfrm>
              <a:off x="4742903" y="1779889"/>
              <a:ext cx="2725200" cy="3297600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F436194E-B337-49D9-BAAE-6F0BBA69FC4E}"/>
                </a:ext>
              </a:extLst>
            </p:cNvPr>
            <p:cNvSpPr txBox="1"/>
            <p:nvPr/>
          </p:nvSpPr>
          <p:spPr>
            <a:xfrm>
              <a:off x="4747666" y="2797747"/>
              <a:ext cx="2696665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800" b="1" dirty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櫃買</a:t>
              </a:r>
              <a:endPara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/>
              <a:r>
                <a:rPr lang="zh-TW" altLang="en-US" sz="3800" b="1" dirty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中心</a:t>
              </a:r>
              <a:endPara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184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7666" y="2212971"/>
            <a:ext cx="269666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TPEX</a:t>
            </a:r>
          </a:p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FactSet</a:t>
            </a: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氣候韌性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指數系列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424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2903" y="2505359"/>
            <a:ext cx="269666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櫃買中心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及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FactSet</a:t>
            </a:r>
          </a:p>
        </p:txBody>
      </p:sp>
    </p:spTree>
    <p:extLst>
      <p:ext uri="{BB962C8B-B14F-4D97-AF65-F5344CB8AC3E}">
        <p14:creationId xmlns:p14="http://schemas.microsoft.com/office/powerpoint/2010/main" val="3698213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57170" y="2766969"/>
            <a:ext cx="26966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9675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57170" y="2505359"/>
            <a:ext cx="269666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2023</a:t>
            </a:r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9</a:t>
            </a:r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月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25</a:t>
            </a:r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日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758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2903" y="2505359"/>
            <a:ext cx="269666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兆豐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淨零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氣候</a:t>
            </a:r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548921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94</Words>
  <Application>Microsoft Office PowerPoint</Application>
  <PresentationFormat>寬螢幕</PresentationFormat>
  <Paragraphs>58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黃安同</dc:creator>
  <cp:lastModifiedBy>黃安同</cp:lastModifiedBy>
  <cp:revision>6</cp:revision>
  <dcterms:created xsi:type="dcterms:W3CDTF">2024-09-03T01:04:43Z</dcterms:created>
  <dcterms:modified xsi:type="dcterms:W3CDTF">2024-10-09T06:24:38Z</dcterms:modified>
</cp:coreProperties>
</file>